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EBA02"/>
    <a:srgbClr val="009FE3"/>
    <a:srgbClr val="003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999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0759-598B-08A3-6FD2-EE5F85EC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2EE23-879C-0996-1CB0-5C9F992F5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4A20-8F05-FB10-22B9-8A68B619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D9633-42F6-D11E-76CD-56933E0D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03F9A-DB72-5E4A-42F4-026C1B32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845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E783-2F8C-EC07-F2B3-896B78F2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A8C7C-43D8-4ED3-1A93-FCCD2982D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2207F-5BC8-B377-5532-E17E7577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D3F78-94E9-2445-5B60-7BC92256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F78B8-18F4-E7EA-71F1-C484FFB1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79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95B5-338F-CB78-EF70-8BB1EF32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D57A2-8264-ABEA-AEC5-9C07126D3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AA2B3-92E9-75F3-7202-49065C98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03058-8312-1695-421A-4E3F70AA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7C65-56A1-06D8-C5E3-0B6E7467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034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0E7C7-7FB6-E7BC-79BF-AC44D882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049C-86FF-2DDE-508D-E270DEF05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0881F-E6FB-D777-B06C-8CD472F76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63288-CD01-855C-FB13-A5DA4623A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467D4-9B59-1A8D-EF93-D4E640C7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04F26-F1A8-E734-020D-57D0E32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821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1896-3C0E-68CE-D563-D265A0EF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D2268-BA3C-D06E-8913-BCC3BC0B5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FD2FD-5920-F7AF-C72B-64F3F04AC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6442F-F30A-2A1B-426C-055667C34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ECBAB-F169-816B-8AAC-FBD40F821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93277-8D13-02AF-D87E-64503CBC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641B26-21A8-9728-B0F7-9C5B3419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C7E73-9E07-06BE-700A-ECC22804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86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8FA2-CE0F-A64D-D699-1B4182B8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CA233-6F04-911F-88EC-B814DE30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B65E7-1269-0A08-2498-8A0B604E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BD7C2-FB62-25FB-3ADD-DDAF850D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416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7F941-3B4F-750B-A853-9985FB7C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C7808-6690-0EAB-A820-7D040E4FF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BBDBB-D64D-34B3-7FE2-7A55097C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300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CECD-0901-E967-9263-2D396586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5E8EE-ECCB-03E4-7AEA-A621F293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CAA67-9EBF-0FC5-6F65-6D7E08ABF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CDC3E-73CC-F43A-4D45-68239EBF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DEA13-9EE8-57C2-9C1D-DF366A7A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486A3-553A-C30F-8852-ED7FE690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01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7B89-982E-2243-55B8-3483F3C9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541D1-BDEA-EF94-1BF2-94252CECA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E6D4E-529B-81E0-E4AC-114822A4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48D04-8A45-757B-BDC3-9986BAA6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5859E-E052-B453-1AF0-E82077B1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1B51A-722C-4523-0992-CBA82927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357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C3B2-BEC8-4A0D-52B4-5F884788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C28D6-A843-B297-5EC0-F33A9EFD1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AE5C-212A-3067-718C-FB877508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E1F6-88ED-DA59-344F-C3717167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17C9A-EB71-FAE7-8C8A-D0AC014C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87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41E05-983F-CCD5-12E6-2BE6D1116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43C88-EB71-685E-794A-33AE1F896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B6F7C-C1C0-7E35-C6B8-EF81AB09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49FCD-36D3-2C50-1D94-C5C21626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1C50-653E-A481-16FE-80335E56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982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E30A2-216D-4AC6-AAC1-91DAF3A7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84C2-15DD-610C-4FD8-3A503E1C3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A10FB-022F-5F80-D6A5-299FCA3B3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DB291-257D-4548-8E20-0EC83CB27D99}" type="datetimeFigureOut">
              <a:rPr lang="en-CA" smtClean="0"/>
              <a:t>2025-05-12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2D3C-165A-35D9-E3EE-C50E24DE6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CE403-4836-1258-FA00-6B444DD9A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B0120-C668-4B77-98A2-AFFF60F012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244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ombardier » Beautiful Color Palettes for Your Next Design · Loading.io">
            <a:extLst>
              <a:ext uri="{FF2B5EF4-FFF2-40B4-BE49-F238E27FC236}">
                <a16:creationId xmlns:a16="http://schemas.microsoft.com/office/drawing/2014/main" id="{4A017FD6-AA71-7A31-AA21-33DC3A5B0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86" y="1219200"/>
            <a:ext cx="11392228" cy="425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56AE84-CCCE-59A6-49DF-084BC2FB2D03}"/>
              </a:ext>
            </a:extLst>
          </p:cNvPr>
          <p:cNvSpPr txBox="1"/>
          <p:nvPr/>
        </p:nvSpPr>
        <p:spPr>
          <a:xfrm>
            <a:off x="399886" y="5537200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03580"/>
                </a:solidFill>
              </a:rPr>
              <a:t>#003580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CED4F-4DD5-8C04-C079-677F235BF646}"/>
              </a:ext>
            </a:extLst>
          </p:cNvPr>
          <p:cNvSpPr txBox="1"/>
          <p:nvPr/>
        </p:nvSpPr>
        <p:spPr>
          <a:xfrm>
            <a:off x="2654552" y="553720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009FE3"/>
                </a:solidFill>
              </a:rPr>
              <a:t>#009FE3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4845E-B222-DA21-2397-F9E333E19F17}"/>
              </a:ext>
            </a:extLst>
          </p:cNvPr>
          <p:cNvSpPr txBox="1"/>
          <p:nvPr/>
        </p:nvSpPr>
        <p:spPr>
          <a:xfrm>
            <a:off x="4912424" y="5580743"/>
            <a:ext cx="109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EBA02"/>
                </a:solidFill>
              </a:rPr>
              <a:t>#FEBA02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CFA4B9-0A58-FE12-FE07-C2A15E39D343}"/>
              </a:ext>
            </a:extLst>
          </p:cNvPr>
          <p:cNvSpPr txBox="1"/>
          <p:nvPr/>
        </p:nvSpPr>
        <p:spPr>
          <a:xfrm>
            <a:off x="7212038" y="5568034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666666"/>
                </a:solidFill>
              </a:rPr>
              <a:t>#666666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23F78-D439-DDBD-C163-B83520222797}"/>
              </a:ext>
            </a:extLst>
          </p:cNvPr>
          <p:cNvSpPr txBox="1"/>
          <p:nvPr/>
        </p:nvSpPr>
        <p:spPr>
          <a:xfrm>
            <a:off x="9537448" y="558158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#F2F6FA</a:t>
            </a:r>
          </a:p>
        </p:txBody>
      </p:sp>
    </p:spTree>
    <p:extLst>
      <p:ext uri="{BB962C8B-B14F-4D97-AF65-F5344CB8AC3E}">
        <p14:creationId xmlns:p14="http://schemas.microsoft.com/office/powerpoint/2010/main" val="849441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Du</dc:creator>
  <cp:lastModifiedBy>Matthew Du</cp:lastModifiedBy>
  <cp:revision>2</cp:revision>
  <dcterms:created xsi:type="dcterms:W3CDTF">2025-05-11T20:31:45Z</dcterms:created>
  <dcterms:modified xsi:type="dcterms:W3CDTF">2025-05-13T03:32:39Z</dcterms:modified>
</cp:coreProperties>
</file>